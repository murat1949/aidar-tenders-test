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85232"/>
            <a:ext cx="12191695" cy="1572768"/>
          </a:xfrm>
          <a:prstGeom prst="rect">
            <a:avLst/>
          </a:prstGeom>
          <a:solidFill>
            <a:srgbClr val="101A33"/>
          </a:solidFill>
          <a:ln w="12700">
            <a:solidFill>
              <a:srgbClr val="101A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621792" y="2240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Samruk: 24 лота с нескольких страниц дошли до Supabase и карточки портала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" y="2944368"/>
            <a:ext cx="2286000" cy="301752"/>
          </a:xfrm>
          <a:prstGeom prst="roundRect">
            <a:avLst>
              <a:gd name="adj" fmla="val 2424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3012948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CHECKPOINT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90672" y="2944368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5536" y="301294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 с техспецификацией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53328" y="2944368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30129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04.09.2026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5687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шаг: зафиксировать TEST10K в GitHub и создать ветку test10k-stable.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601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проверяли в TEST10K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64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 - 04.09.2026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55064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Samruk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94767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картридж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80360" y="150876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EAF1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655064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Найдено лотов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44952" y="194767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892040" y="150876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655064"/>
            <a:ext cx="1911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56632" y="1947672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+ 10 + 4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087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7E6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1655064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79792" y="194767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check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555480" y="150876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EAF8F0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0072" y="1655064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720072" y="194767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multi-page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" y="29992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017520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Подтвердить, что bridge собирает не только первую страницу, а всю текущую выдачу Samruk.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354787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566160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запись 24 строк в Supabase без дублей и с HTTP 200.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409651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Проверить, что новые лоты получают техспецификацию и видны в карточке ProcureVision KZ.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489204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4807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TEST10J оставлен неизменным. Новая работа шла только в test10k-work и новых файлах TEST10K.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1148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Stable / page 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9224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загружать секреты: config.txt, service_role, samruk_chrome_profile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601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Контрольная выдача Samruk - 24 лота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64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 - 04.09.2026</a:t>
            </a:r>
            <a:endParaRPr lang="en-US" sz="900" dirty="0"/>
          </a:p>
        </p:txBody>
      </p:sp>
      <p:pic>
        <p:nvPicPr>
          <p:cNvPr id="6" name="Image 0" descr="/mnt/data/b5d59135-6376-408f-8d2f-8c87caf6259b.png">    </p:cNvPr>
          <p:cNvPicPr>
            <a:picLocks noChangeAspect="1"/>
          </p:cNvPicPr>
          <p:nvPr/>
        </p:nvPicPr>
        <p:blipFill>
          <a:blip r:embed="rId1"/>
          <a:srcRect l="0" r="0" t="9417" b="9417"/>
          <a:stretch/>
        </p:blipFill>
        <p:spPr>
          <a:xfrm>
            <a:off x="548640" y="1417320"/>
            <a:ext cx="11109960" cy="4800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1110996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5742432"/>
            <a:ext cx="3931920" cy="301752"/>
          </a:xfrm>
          <a:prstGeom prst="roundRect">
            <a:avLst>
              <a:gd name="adj" fmla="val 2424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" y="5811012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Лоты / картридж / Опубликовано / Найдено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Stable / page 3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9224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загружать секреты: config.txt, service_role, samruk_chrome_profile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601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 до обновления базы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64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 - 04.09.2026</a:t>
            </a:r>
            <a:endParaRPr lang="en-US" sz="900" dirty="0"/>
          </a:p>
        </p:txBody>
      </p:sp>
      <p:pic>
        <p:nvPicPr>
          <p:cNvPr id="6" name="Image 0" descr="/mnt/data/0e039fda-7c04-4a32-90db-4b7d05b86fe2.png">    </p:cNvPr>
          <p:cNvPicPr>
            <a:picLocks noChangeAspect="1"/>
          </p:cNvPicPr>
          <p:nvPr/>
        </p:nvPicPr>
        <p:blipFill>
          <a:blip r:embed="rId1"/>
          <a:srcRect l="8486" r="8486" t="0" b="0"/>
          <a:stretch/>
        </p:blipFill>
        <p:spPr>
          <a:xfrm>
            <a:off x="548640" y="1325880"/>
            <a:ext cx="11109960" cy="1874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11109960" cy="1874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6576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37490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current_rows: 24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63240" y="36576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72968" y="37490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with_techspec: 16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94960" y="36576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04688" y="37490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without_techspec: 8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26680" y="36576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37490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not_in_db: 8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422452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431596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available_for_batch: true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520440" y="422452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30168" y="431596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writes_supabase: false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9360" y="422452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19088" y="431596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downloads_pdf: false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" y="51663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 подтвердила: TEST10K видит все 24 лота, а не только первую страницу.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1148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Stable / page 4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9224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загружать секреты: config.txt, service_role, samruk_chrome_profile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601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Supabase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64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 - 04.09.2026</a:t>
            </a:r>
            <a:endParaRPr lang="en-US" sz="900" dirty="0"/>
          </a:p>
        </p:txBody>
      </p:sp>
      <p:pic>
        <p:nvPicPr>
          <p:cNvPr id="6" name="Image 0" descr="/mnt/data/daf49067-08fe-4e58-a464-05858bde781c.png">    </p:cNvPr>
          <p:cNvPicPr>
            <a:picLocks noChangeAspect="1"/>
          </p:cNvPicPr>
          <p:nvPr/>
        </p:nvPicPr>
        <p:blipFill>
          <a:blip r:embed="rId1"/>
          <a:srcRect l="0" r="0" t="9148" b="9148"/>
          <a:stretch/>
        </p:blipFill>
        <p:spPr>
          <a:xfrm>
            <a:off x="548640" y="1325880"/>
            <a:ext cx="11109960" cy="1874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11109960" cy="1874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6576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3803904"/>
            <a:ext cx="1636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Записано строк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409651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80360" y="36576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AF8F0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44952" y="3803904"/>
            <a:ext cx="1316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044952" y="409651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709160" y="36576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73752" y="3803904"/>
            <a:ext cx="1316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73752" y="409651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537960" y="36576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02552" y="3803904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техспеки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702552" y="409651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823960" y="36576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88552" y="3803904"/>
            <a:ext cx="1636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лоты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988552" y="409651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77240" y="5074920"/>
            <a:ext cx="10607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 скачаны и сохранены техспеки по лотам 4527120, 4527121, 4527122. Остальные техспеки закрылись через уже имеющиеся/карточные данные.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41148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Stable / page 5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49224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загружать секреты: config.txt, service_role, samruk_chrome_profile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601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Итоговая диагностика после обновления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64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 - 04.09.2026</a:t>
            </a:r>
            <a:endParaRPr lang="en-US" sz="900" dirty="0"/>
          </a:p>
        </p:txBody>
      </p:sp>
      <p:pic>
        <p:nvPicPr>
          <p:cNvPr id="6" name="Image 0" descr="/mnt/data/77870ba2-5321-4309-9aef-b4bdce3ad1dd.png">    </p:cNvPr>
          <p:cNvPicPr>
            <a:picLocks noChangeAspect="1"/>
          </p:cNvPicPr>
          <p:nvPr/>
        </p:nvPicPr>
        <p:blipFill>
          <a:blip r:embed="rId1"/>
          <a:srcRect l="0" r="0" t="5633" b="5633"/>
          <a:stretch/>
        </p:blipFill>
        <p:spPr>
          <a:xfrm>
            <a:off x="548640" y="1325880"/>
            <a:ext cx="11109960" cy="1874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11109960" cy="1874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657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3803904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current_rows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409651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971800" y="3657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EAF8F0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36392" y="3803904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with_techspec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136392" y="409651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212080" y="3657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76672" y="3803904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without_techspec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76672" y="409651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452360" y="3657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16952" y="3803904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not_in_db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16952" y="409651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31520" y="507492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5330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Контрольный итог: 24 из 24 лотов имеют техспецификацию и находятся в Supabase.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1148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Stable / page 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49224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загружать секреты: config.txt, service_role, samruk_chrome_profile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601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 увидел прирост базы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64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 - 04.09.2026</a:t>
            </a:r>
            <a:endParaRPr lang="en-US" sz="900" dirty="0"/>
          </a:p>
        </p:txBody>
      </p:sp>
      <p:pic>
        <p:nvPicPr>
          <p:cNvPr id="6" name="Image 0" descr="/mnt/data/41e0cab5-dfc4-4802-bfe8-6b763bfe4f2a.png">    </p:cNvPr>
          <p:cNvPicPr>
            <a:picLocks noChangeAspect="1"/>
          </p:cNvPicPr>
          <p:nvPr/>
        </p:nvPicPr>
        <p:blipFill>
          <a:blip r:embed="rId1"/>
          <a:srcRect l="0" r="0" t="12375" b="12375"/>
          <a:stretch/>
        </p:blipFill>
        <p:spPr>
          <a:xfrm>
            <a:off x="548640" y="1325880"/>
            <a:ext cx="1110996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11109960" cy="4297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5715000"/>
            <a:ext cx="53035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833872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4 904 → 4 912: прибавилось ровно 8 новых лотов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Stable / page 7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9224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загружать секреты: config.txt, service_role, samruk_chrome_profile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601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лот найден в портале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64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 - 04.09.2026</a:t>
            </a:r>
            <a:endParaRPr lang="en-US" sz="900" dirty="0"/>
          </a:p>
        </p:txBody>
      </p:sp>
      <p:pic>
        <p:nvPicPr>
          <p:cNvPr id="6" name="Image 0" descr="/mnt/data/8c545bbb-0814-40b1-83f3-daf60457056c.png">    </p:cNvPr>
          <p:cNvPicPr>
            <a:picLocks noChangeAspect="1"/>
          </p:cNvPicPr>
          <p:nvPr/>
        </p:nvPicPr>
        <p:blipFill>
          <a:blip r:embed="rId1"/>
          <a:srcRect l="0" r="0" t="11284" b="11284"/>
          <a:stretch/>
        </p:blipFill>
        <p:spPr>
          <a:xfrm>
            <a:off x="548640" y="1325880"/>
            <a:ext cx="1110996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1110996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87044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Контрольный лот 4527120: источник Samruk, предмет - услуги по заправке картриджей, сумма - 14 400 тг.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Stable / page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9224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загружать секреты: config.txt, service_role, samruk_chrome_profile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601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содержит техспецификацию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64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 - 04.09.2026</a:t>
            </a:r>
            <a:endParaRPr lang="en-US" sz="900" dirty="0"/>
          </a:p>
        </p:txBody>
      </p:sp>
      <p:pic>
        <p:nvPicPr>
          <p:cNvPr id="6" name="Image 0" descr="/mnt/data/3fc15800-f04a-47b3-bd4d-6a06aa2ecae3.png">    </p:cNvPr>
          <p:cNvPicPr>
            <a:picLocks noChangeAspect="1"/>
          </p:cNvPicPr>
          <p:nvPr/>
        </p:nvPicPr>
        <p:blipFill>
          <a:blip r:embed="rId1"/>
          <a:srcRect l="0" r="0" t="8684" b="8684"/>
          <a:stretch/>
        </p:blipFill>
        <p:spPr>
          <a:xfrm>
            <a:off x="594360" y="1417320"/>
            <a:ext cx="566928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417320"/>
            <a:ext cx="5669280" cy="4892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29400" y="1508760"/>
            <a:ext cx="48463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03720" y="18105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Лот 4527120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903720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23760" y="2441448"/>
            <a:ext cx="4114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Закупка 1252034.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03720" y="286207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23760" y="2880360"/>
            <a:ext cx="4114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поставки: Жамбылская область, Шу.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03720" y="330098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23760" y="3319272"/>
            <a:ext cx="4114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Оплата: окончательный платёж 100%.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03720" y="37398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23760" y="3758184"/>
            <a:ext cx="4114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Назначение: заправка техники PANTUM M7100.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903720" y="41788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23760" y="4197096"/>
            <a:ext cx="4114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Подробные технические требования загружены из Supabase.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1148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Stable / page 9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9224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загружать секреты: config.txt, service_role, samruk_chrome_profile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601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и точка продолжения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64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MULTIPAGE - 04.09.2026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46504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Samruk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203911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лота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71800" y="16002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AF8F0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746504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36392" y="203911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200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12080" y="16002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AF1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1746504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Техспеки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76672" y="203911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52360" y="16002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6952" y="174650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16952" y="2039112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235440" y="16002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7E6"/>
          </a:solidFill>
          <a:ln w="12700">
            <a:solidFill>
              <a:srgbClr val="D6DCE8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1746504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400032" y="203911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фиксируем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566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584448"/>
            <a:ext cx="5303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Многостраничный сбор Samruk работает.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398678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4005072"/>
            <a:ext cx="5303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лоты доходят до базы и портала.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44074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425696"/>
            <a:ext cx="5303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Техспецификации отображаются в карточке.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действия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0" y="3566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20840" y="3584448"/>
            <a:ext cx="5029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Загрузить TEST10K файлы и документацию в GitHub.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0" y="398678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20840" y="4005072"/>
            <a:ext cx="5029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ветку test10k-stable.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0" y="44074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0840" y="4425696"/>
            <a:ext cx="5029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Дальше: журнал ошибок и один понятный режим запуска.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5532120"/>
            <a:ext cx="10698480" cy="512064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696712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можно считать новой стабильной контрольной точкой Samruk.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1148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TEST10K Stable / page 10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9224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загружать секреты: config.txt, service_role, samruk_chrome_profile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ProcureVision KZ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Aidar Tenders TEST10K MULTIPAGE</dc:title>
  <dc:subject>Aidar Tenders TEST10K Multipage Stable</dc:subject>
  <dc:creator>OpenAI</dc:creator>
  <cp:lastModifiedBy>OpenAI</cp:lastModifiedBy>
  <cp:revision>1</cp:revision>
  <dcterms:created xsi:type="dcterms:W3CDTF">2026-09-04T11:42:47Z</dcterms:created>
  <dcterms:modified xsi:type="dcterms:W3CDTF">2026-09-04T11:42:47Z</dcterms:modified>
</cp:coreProperties>
</file>