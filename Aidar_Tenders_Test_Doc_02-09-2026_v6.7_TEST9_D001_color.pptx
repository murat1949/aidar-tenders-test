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5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0"/>
            <a:ext cx="4602175" cy="6858000"/>
          </a:xfrm>
          <a:prstGeom prst="rect">
            <a:avLst/>
          </a:prstGeom>
          <a:solidFill>
            <a:srgbClr val="7839EE">
              <a:alpha val="90000"/>
            </a:srgbClr>
          </a:solidFill>
          <a:ln w="12700">
            <a:solidFill>
              <a:srgbClr val="7839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583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ProcureVision KZ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BFF"/>
                </a:solidFill>
              </a:rPr>
              <a:t>Контрольная точка TEST v6.7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6355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Samruk: 19 лотов и пакет из 3 техспецификаций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04088" y="3822192"/>
            <a:ext cx="1234440" cy="320040"/>
          </a:xfrm>
          <a:prstGeom prst="roundRect">
            <a:avLst>
              <a:gd name="adj" fmla="val 3428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904488"/>
            <a:ext cx="1124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457E6"/>
                </a:solidFill>
              </a:rPr>
              <a:t>02.09.2026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057400" y="3822192"/>
            <a:ext cx="868680" cy="320040"/>
          </a:xfrm>
          <a:prstGeom prst="roundRect">
            <a:avLst>
              <a:gd name="adj" fmla="val 3428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12264" y="3904488"/>
            <a:ext cx="758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839EE"/>
                </a:solidFill>
              </a:rPr>
              <a:t>TEST9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635240" y="1115568"/>
            <a:ext cx="3337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99832" y="127101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Собрано из Samruk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99832" y="155448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19 лотов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635240" y="2331720"/>
            <a:ext cx="3337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99832" y="2487168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Автоскачивание PDF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99832" y="2770632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3 новых лота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635240" y="3547872"/>
            <a:ext cx="3337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99832" y="3703320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Ошибки пакета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99832" y="3986784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0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3232" y="5285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F"/>
                </a:solidFill>
              </a:rPr>
              <a:t>Пакетная цепочка подтверждена: 2 страницы -&gt; 19 лотов -&gt; 3 PDF -&gt; Supabase -&gt; портал.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именно доказано на TEST8 -&gt; TEST9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664208"/>
            <a:ext cx="411480" cy="411480"/>
          </a:xfrm>
          <a:prstGeom prst="ellipse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44752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Пагинация Samruk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2020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10 лотов + 9 лотов = 19 уникальных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664208"/>
            <a:ext cx="411480" cy="411480"/>
          </a:xfrm>
          <a:prstGeom prst="ellipse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764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39512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Безопасная диагностика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39512" y="2020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TEST8 не писал в Supabase и не скачивал PDF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21040" y="141732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1664208"/>
            <a:ext cx="411480" cy="411480"/>
          </a:xfrm>
          <a:prstGeom prst="ellipse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1764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34272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Bridge TEST9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34272" y="2020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Собрал все 19 строк текущего поиска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42900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367588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776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44752" y="3657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Пакет из 3 лотов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44752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Скачал и разобрал 3 техспецификации подряд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26280" y="342900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367588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3776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9512" y="3657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Supabase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39512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Записал raw.techspec без ошибок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21040" y="342900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85632" y="367588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3776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34272" y="3657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Портал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34272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Показал техспеку лота 4521600 в карточке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" y="5833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E6"/>
                </a:solidFill>
              </a:rPr>
              <a:t>Итог: после TEST3 система перешла от одного проверочного PDF к устойчивой пакетной обработке нескольких лотов.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TEST8: Bridge собрал обе страницы Samruk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690372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26680" y="1298448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8FB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01000" y="1600200"/>
            <a:ext cx="2971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65592" y="175564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Запрос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165592" y="203911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картридж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001000" y="2788920"/>
            <a:ext cx="2971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65592" y="294436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Найдено Samruk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165592" y="322783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19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001000" y="3977640"/>
            <a:ext cx="2971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65592" y="413308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Режим TEST8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165592" y="441655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SAFE MODE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909560" y="5916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Важно: TEST8 только проверял страницы. writes_supabase = false, downloads_pdf = false.</a:t>
            </a:r>
            <a:endParaRPr lang="en-US" sz="1050" dirty="0"/>
          </a:p>
        </p:txBody>
      </p:sp>
      <p:pic>
        <p:nvPicPr>
          <p:cNvPr id="18" name="Picture 17" descr="_test8_stri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417320"/>
            <a:ext cx="6720840" cy="14173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94360" y="3154680"/>
            <a:ext cx="213055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/>
            <a:r>
              <a:rPr sz="1100" b="1">
                <a:solidFill>
                  <a:srgbClr val="5C6B85"/>
                </a:solidFill>
                <a:latin typeface="Arial"/>
              </a:rPr>
              <a:t>Страница 1</a:t>
            </a:r>
          </a:p>
          <a:p>
            <a:r>
              <a:rPr sz="2000" b="1">
                <a:solidFill>
                  <a:srgbClr val="101C38"/>
                </a:solidFill>
                <a:latin typeface="Arial"/>
              </a:rPr>
              <a:t>10 лотов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9504" y="3154680"/>
            <a:ext cx="213055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/>
            <a:r>
              <a:rPr sz="1100" b="1">
                <a:solidFill>
                  <a:srgbClr val="5C6B85"/>
                </a:solidFill>
                <a:latin typeface="Arial"/>
              </a:rPr>
              <a:t>Страница 2</a:t>
            </a:r>
          </a:p>
          <a:p>
            <a:r>
              <a:rPr sz="2000" b="1">
                <a:solidFill>
                  <a:srgbClr val="101C38"/>
                </a:solidFill>
                <a:latin typeface="Arial"/>
              </a:rPr>
              <a:t>9 лотов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84648" y="3154680"/>
            <a:ext cx="213055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/>
            <a:r>
              <a:rPr sz="1100" b="1">
                <a:solidFill>
                  <a:srgbClr val="5C6B85"/>
                </a:solidFill>
                <a:latin typeface="Arial"/>
              </a:rPr>
              <a:t>Итого</a:t>
            </a:r>
          </a:p>
          <a:p>
            <a:r>
              <a:rPr sz="2000" b="1">
                <a:solidFill>
                  <a:srgbClr val="101C38"/>
                </a:solidFill>
                <a:latin typeface="Arial"/>
              </a:rPr>
              <a:t>19 уникальных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TEST9: пакет из 3 техспецификаций прошёл без ошибок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7315200" cy="1965960"/>
          </a:xfrm>
          <a:prstGeom prst="roundRect">
            <a:avLst>
              <a:gd name="adj" fmla="val 4651"/>
            </a:avLst>
          </a:prstGeom>
          <a:solidFill>
            <a:srgbClr val="101C38"/>
          </a:solidFill>
          <a:ln w="12700">
            <a:solidFill>
              <a:srgbClr val="101C38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0" y="1207008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94192" y="136245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rows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94192" y="164592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19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0" y="2441448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94192" y="259689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auto_techspec_downloaded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394192" y="288036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3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229600" y="3675888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94192" y="383133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auto_techspec_errors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394192" y="411480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0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94360" y="5074920"/>
            <a:ext cx="10469880" cy="731520"/>
          </a:xfrm>
          <a:prstGeom prst="roundRect">
            <a:avLst>
              <a:gd name="adj" fmla="val 12500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" y="5321808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2633A"/>
                </a:solidFill>
              </a:rPr>
              <a:t>Лоты 4521600, 4521601, 4521602: status = downloaded_and_saved; для каждого создан PDF и techspec JSON, запись в Supabase вернула HTTP 200.</a:t>
            </a:r>
            <a:endParaRPr lang="en-US" sz="1300" dirty="0"/>
          </a:p>
        </p:txBody>
      </p:sp>
      <p:pic>
        <p:nvPicPr>
          <p:cNvPr id="18" name="Picture 17" descr="_asset_449b4e99-7f74-46d6-bdbf-52c430002a65_letterbo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26464"/>
            <a:ext cx="713232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Лот 4521600 дошёл до тестового портала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76352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58200" y="1325880"/>
            <a:ext cx="2971800" cy="452628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732520" y="19293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97112" y="1874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Лот найден в общей ленте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732520" y="24323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97112" y="2377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Источник: Samruk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732520" y="29352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97112" y="28803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Сумма: 364 286 ₸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732520" y="34381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97112" y="33832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Карточка открывается из портала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732520" y="459028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После обновления данных портал подтянул raw.techspec. Это подтверждает прохождение лота от Samruk до пользовательского интерфейса.</a:t>
            </a:r>
            <a:endParaRPr lang="en-US" sz="1050" dirty="0"/>
          </a:p>
        </p:txBody>
      </p:sp>
      <p:pic>
        <p:nvPicPr>
          <p:cNvPr id="17" name="Picture 16" descr="_asset_78bba11a-de25-461c-9a53-931703a8137d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61872"/>
            <a:ext cx="7452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4521600: техспецификация уже внутри портала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078992"/>
            <a:ext cx="4663440" cy="544068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32588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8FB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89320" y="1691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C38"/>
                </a:solidFill>
              </a:rPr>
              <a:t>Автоматически подтянуто: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89320" y="22951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224028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закупка 1250133 и лот 4521600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27980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74320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картридж, струйный, цветной - 4 шт.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33009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32461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пигментные чернила, Matte Black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8039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374904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совместимость: HP DesignJet T2500 PS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43068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425196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источник: Lot_4521600_2026-08-26.pdf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89320" y="5029200"/>
            <a:ext cx="4526280" cy="475488"/>
          </a:xfrm>
          <a:prstGeom prst="roundRect">
            <a:avLst>
              <a:gd name="adj" fmla="val 19231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72200" y="518464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33A"/>
                </a:solidFill>
              </a:rPr>
              <a:t>PDF -&gt; JSON -&gt; raw.techspec -&gt; карточка</a:t>
            </a:r>
            <a:endParaRPr lang="en-US" sz="1100" dirty="0"/>
          </a:p>
        </p:txBody>
      </p:sp>
      <p:pic>
        <p:nvPicPr>
          <p:cNvPr id="21" name="Picture 20" descr="_asset_1d916f15-780c-4a09-8c4e-4deed723cb98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539794"/>
            <a:ext cx="4297680" cy="45190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контрольной точки: TEST3 -&gt; TEST9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TEST3: один лот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23408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286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1 техспецификация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51560" y="28437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2788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rows = 10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51560" y="3346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291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1 новый PDF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51560" y="3849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794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HTTP 200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51560" y="4352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4297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ошибки = 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26280" y="1298448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EEF6FF"/>
          </a:solidFill>
          <a:ln w="12700">
            <a:solidFill>
              <a:srgbClr val="BBD7FF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57E6"/>
                </a:solidFill>
              </a:rPr>
              <a:t>TEST9: пакет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23408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286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19 уникальных лотов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8437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7889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2 страницы Samruk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346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32918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3 PDF подряд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849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3794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3 raw.techspec в Supabase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4352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42976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карточка 4521600 проверена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75320" y="1298448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4964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Следующая цель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49640" y="23408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14232" y="22860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TEST10: пакет 5 лотов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49640" y="28437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14232" y="2788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затем пакет 10 лотов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549640" y="3346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14232" y="32918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проверить повторные запуски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549640" y="3849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14232" y="37947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не создавать дубли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549640" y="4352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14232" y="4297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после стабильности - RC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Зафиксированная контрольная точка TEST9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C38"/>
                </a:solidFill>
              </a:rPr>
              <a:t>Контрольная тестовая сборка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203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1488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procurevision_bridge_TEST9_BATCH3.py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2706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6517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build: v6.7_TEST9_BATCH3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60120" y="3209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1546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Samruk: 19 уникальных лотов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" y="37124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657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auto_techspec_downloaded = 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42153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41605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auto_techspec_errors = 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23444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Следующий шаг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194560"/>
            <a:ext cx="44805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827"/>
                </a:solidFill>
              </a:rPr>
              <a:t>TEST10: увеличить пакет с 3 до 5 лотов. Затем проверить 10 лотов и повторные запуски. В рабочую версию переносить только проверенные блоки через отдельную RC-копию. Рабочую версию Aidar Tenders пока не изменять.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4160520"/>
            <a:ext cx="3931920" cy="594360"/>
          </a:xfrm>
          <a:prstGeom prst="roundRect">
            <a:avLst>
              <a:gd name="adj" fmla="val 1846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37083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9" b="1" dirty="0">
                <a:solidFill>
                  <a:srgbClr val="FFFFFF"/>
                </a:solidFill>
              </a:rPr>
              <a:t>Статус: TEST9 пройден, рабочая версия не изменена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C3AED"/>
                </a:solidFill>
              </a:rPr>
              <a:t>ProcureVision KZ / Aidar Tenders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</a:rPr>
              <a:t>Зафиксирован дефект D-001: срок окончания сдвигается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25296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75569"/>
                </a:solidFill>
              </a:rPr>
              <a:t>Проблема обнаружена при контрольной проверке тестового портала после фиксации TEST9 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64208"/>
            <a:ext cx="5257800" cy="4480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01952"/>
            <a:ext cx="9601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75104"/>
            <a:ext cx="9601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019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Известный дефект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6151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42032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Где найдено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523744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тестовый портал, карточка Samruk 4521600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099815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026663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Симптом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3008375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после обновлений меняется поле «Окончание»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35844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511296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Было видно ранее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3493008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07.09.2026, 03:11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40690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995928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После проверки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3977640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07.09.2026, 06:30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45537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480560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Вероятная причина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8608" y="4462272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Bridge считает expires_at как «сейчас + Осталось: N дней»</a:t>
            </a:r>
          </a:p>
        </p:txBody>
      </p:sp>
      <p:sp>
        <p:nvSpPr>
          <p:cNvPr id="26" name="Oval 25"/>
          <p:cNvSpPr/>
          <p:nvPr/>
        </p:nvSpPr>
        <p:spPr>
          <a:xfrm>
            <a:off x="841248" y="503834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965192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Риск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4946904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в портале срок может отличаться от фактического срока Samruk</a:t>
            </a:r>
          </a:p>
        </p:txBody>
      </p:sp>
      <p:sp>
        <p:nvSpPr>
          <p:cNvPr id="29" name="Oval 28"/>
          <p:cNvSpPr/>
          <p:nvPr/>
        </p:nvSpPr>
        <p:spPr>
          <a:xfrm>
            <a:off x="841248" y="5522976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449824"/>
            <a:ext cx="1664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475569"/>
                </a:solidFill>
              </a:rPr>
              <a:t>Статус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8608" y="5431536"/>
            <a:ext cx="2788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F172A"/>
                </a:solidFill>
              </a:rPr>
              <a:t>не блокирует TEST9, но обязателен к исправлению перед RC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1664208"/>
            <a:ext cx="5623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001_deadlin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93392"/>
            <a:ext cx="3869976" cy="3749039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419088" y="5650992"/>
            <a:ext cx="4617720" cy="3657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5715000"/>
            <a:ext cx="4434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</a:rPr>
              <a:t>Скрин 4521600: техспека сохранена, срок требует отдельного исправления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446520"/>
            <a:ext cx="11109960" cy="310896"/>
          </a:xfrm>
          <a:prstGeom prst="roundRect">
            <a:avLst/>
          </a:prstGeom>
          <a:solidFill>
            <a:srgbClr val="DCFCE7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10927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6534"/>
                </a:solidFill>
              </a:rPr>
              <a:t>Решение: добавить D-001 в следующий технический этап и после исправления повторно проверить дедлайны Samruk.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MN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Aidar Tenders TEST v6.7 - контрольная точка TEST9</dc:title>
  <dc:subject>Samruk: 19 лотов, пакет из 3 техспецификаций</dc:subject>
  <dc:creator>ProcureVision KZ</dc:creator>
  <cp:lastModifiedBy>ProcureVision KZ</cp:lastModifiedBy>
  <cp:revision>1</cp:revision>
  <dcterms:created xsi:type="dcterms:W3CDTF">2026-09-02T12:04:45Z</dcterms:created>
  <dcterms:modified xsi:type="dcterms:W3CDTF">2026-09-02T12:04:45Z</dcterms:modified>
</cp:coreProperties>
</file>