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7839EE">
              <a:alpha val="90000"/>
            </a:srgbClr>
          </a:solidFill>
          <a:ln w="12700">
            <a:solidFill>
              <a:srgbClr val="7839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ProcureVision KZ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BFF"/>
                </a:solidFill>
              </a:rPr>
              <a:t>Контрольная точка TEST v6.7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6355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Samruk: 19 лотов и пакет из 3 техспецификаций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04088" y="3822192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904488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57E6"/>
                </a:solidFill>
              </a:rPr>
              <a:t>02.09.2026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057400" y="3822192"/>
            <a:ext cx="86868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3904488"/>
            <a:ext cx="758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839EE"/>
                </a:solidFill>
              </a:rPr>
              <a:t>TEST9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635240" y="1115568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9832" y="127101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Собрано из Samruk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99832" y="15544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 лотов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635240" y="2331720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99832" y="2487168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Автоскачивание PDF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99832" y="2770632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 новых лота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635240" y="3547872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99832" y="3703320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Ошибки пакета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99832" y="3986784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3232" y="5285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</a:rPr>
              <a:t>Пакетная цепочка подтверждена: 2 страницы -&gt; 19 лотов -&gt; 3 PDF -&gt; Supabase -&gt; портал.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доказано на TEST8 -&gt;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4475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Пагинация Samruk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10 лотов + 9 лотов = 19 уникальных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951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Безопасная диагностика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TEST8 не писал в Supabase и не скачивал PDF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3427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Bridge TEST9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27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Собрал все 19 строк текущего поиска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Пакет из 3 лотов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475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Скачал и разобрал 3 техспецификации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Supabase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951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Записал raw.techspec без ошибок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3427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Портал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3427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Показал техспеку лота 4521600 в карточке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833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E6"/>
                </a:solidFill>
              </a:rPr>
              <a:t>Итог: после TEST3 система перешла от одного проверочного PDF к устойчивой пакетной обработке нескольких лотов.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TEST8: Bridge собрал обе страницы Samruk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6903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298448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01000" y="160020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65592" y="175564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Запрос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165592" y="203911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картридж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001000" y="278892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65592" y="294436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Найдено Samruk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65592" y="322783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001000" y="397764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65592" y="413308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Режим TEST8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65592" y="441655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SAFE MODE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909560" y="5916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Важно: TEST8 только проверял страницы. writes_supabase = false, downloads_pdf = false.</a:t>
            </a:r>
            <a:endParaRPr lang="en-US" sz="1050" dirty="0"/>
          </a:p>
        </p:txBody>
      </p:sp>
      <p:pic>
        <p:nvPicPr>
          <p:cNvPr id="18" name="Picture 17" descr="_test8_str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7320"/>
            <a:ext cx="6720840" cy="1417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1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10 лотов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9504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2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9 лотов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Итого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19 уникальных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TEST9: пакет из 3 техспецификаций прошёл без ошибок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7315200" cy="1965960"/>
          </a:xfrm>
          <a:prstGeom prst="roundRect">
            <a:avLst>
              <a:gd name="adj" fmla="val 4651"/>
            </a:avLst>
          </a:prstGeom>
          <a:solidFill>
            <a:srgbClr val="101C38"/>
          </a:solidFill>
          <a:ln w="12700">
            <a:solidFill>
              <a:srgbClr val="101C38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0" y="120700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94192" y="13624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rows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94192" y="164592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0" y="244144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94192" y="25968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auto_techspec_downloaded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94192" y="288036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229600" y="367588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94192" y="383133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auto_techspec_errors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94192" y="411480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0469880" cy="731520"/>
          </a:xfrm>
          <a:prstGeom prst="roundRect">
            <a:avLst>
              <a:gd name="adj" fmla="val 1250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5321808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2633A"/>
                </a:solidFill>
              </a:rPr>
              <a:t>Лоты 4521600, 4521601, 4521602: status = downloaded_and_saved; для каждого создан PDF и techspec JSON, запись в Supabase вернула HTTP 200.</a:t>
            </a:r>
            <a:endParaRPr lang="en-US" sz="1300" dirty="0"/>
          </a:p>
        </p:txBody>
      </p:sp>
      <p:pic>
        <p:nvPicPr>
          <p:cNvPr id="18" name="Picture 17" descr="_asset_449b4e99-7f74-46d6-bdbf-52c430002a65_letterbo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26464"/>
            <a:ext cx="71323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 4521600 дошёл до тестового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7635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58200" y="1325880"/>
            <a:ext cx="2971800" cy="452628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32520" y="1929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97112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Лот найден в общей ленте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24323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7112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Samruk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32520" y="29352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97112" y="28803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Сумма: 364 286 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3438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7112" y="3383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Карточка открывается из портала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32520" y="45902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После обновления данных портал подтянул raw.techspec. Это подтверждает прохождение лота от Samruk до пользовательского интерфейса.</a:t>
            </a:r>
            <a:endParaRPr lang="en-US" sz="1050" dirty="0"/>
          </a:p>
        </p:txBody>
      </p:sp>
      <p:pic>
        <p:nvPicPr>
          <p:cNvPr id="17" name="Picture 16" descr="_asset_78bba11a-de25-461c-9a53-931703a8137d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61872"/>
            <a:ext cx="7452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4521600: техспецификация уже внутри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078992"/>
            <a:ext cx="4663440" cy="544068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3258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691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C38"/>
                </a:solidFill>
              </a:rPr>
              <a:t>Автоматически подтянуто: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89320" y="2295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224028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закупка 1250133 и лот 4521600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7980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7432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картридж, струйный, цветной - 4 шт.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3009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32461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пигментные чернила, Matte Black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8039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74904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совместимость: HP DesignJet T2500 PS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43068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42519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Lot_4521600_2026-08-26.pdf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5029200"/>
            <a:ext cx="4526280" cy="475488"/>
          </a:xfrm>
          <a:prstGeom prst="roundRect">
            <a:avLst>
              <a:gd name="adj" fmla="val 19231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5184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33A"/>
                </a:solidFill>
              </a:rPr>
              <a:t>PDF -&gt; JSON -&gt; raw.techspec -&gt; карточка</a:t>
            </a:r>
            <a:endParaRPr lang="en-US" sz="1100" dirty="0"/>
          </a:p>
        </p:txBody>
      </p:sp>
      <p:pic>
        <p:nvPicPr>
          <p:cNvPr id="21" name="Picture 20" descr="_asset_1d916f15-780c-4a09-8c4e-4deed723cb98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39794"/>
            <a:ext cx="4297680" cy="4519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контрольной точки: TEST3 -&gt;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TEST3: один лот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техспецификация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788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rows = 10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новый PDF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794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HTTP 200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ошибки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7E6"/>
                </a:solidFill>
              </a:rPr>
              <a:t>TEST9: пакет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19 уникальных лотов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7889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2 страницы Samruk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291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PDF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794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raw.techspec в Supabase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42976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карточка 4521600 проверена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4964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Следующая цель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4964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22860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TEST10: пакет 5 лотов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2788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затем пакет 10 лотов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4964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3291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проверить повторные запуски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4964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не создавать дубли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4964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14232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после стабильности - RC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Зафиксированная контрольная точка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C38"/>
                </a:solidFill>
              </a:rPr>
              <a:t>Контрольная тестовая сборка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203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1488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procurevision_bridge_TEST9_BATCH3.py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2706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651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build: v6.7_TEST9_BATCH3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3209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1546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Samruk: 19 уникальных лотов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7124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657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auto_techspec_downloaded =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4215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160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auto_techspec_errors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Следующий шаг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827"/>
                </a:solidFill>
              </a:rPr>
              <a:t>TEST10: увеличить пакет с 3 до 5 лотов. Затем проверить 10 лотов и повторные запуски. В рабочую версию переносить только проверенные блоки через отдельную RC-копию. Рабочую версию Aidar Tenders пока не изменять.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416052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3708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9" b="1" dirty="0">
                <a:solidFill>
                  <a:srgbClr val="FFFFFF"/>
                </a:solidFill>
              </a:rPr>
              <a:t>Статус: TEST9 пройден, рабочая версия не изменена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3AED"/>
                </a:solidFill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</a:rPr>
              <a:t>Зафиксирован дефект D-001: срок окончания сдвигается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25296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75569"/>
                </a:solidFill>
              </a:rPr>
              <a:t>Проблема обнаружена при контрольной проверке тестового портала после фиксации TEST9 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5257800" cy="4480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01952"/>
            <a:ext cx="9601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75104"/>
            <a:ext cx="960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Известный дефект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615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Где найдено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523744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тестовый портал, карточка Samruk 4521600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099815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26663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Симптом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008375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после обновлений меняется поле «Окончание»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35844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11296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Было видно ранее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493008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07.09.2026, 03:11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069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95928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После проверки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3977640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07.09.2026, 06:30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45537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Вероятная причина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4462272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Bridge считает expires_at как «сейчас + Осталось: N дней»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" y="503834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965192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Риск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4946904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в портале срок может отличаться от фактического срока Samruk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" y="552297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49824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Статус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5431536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не блокирует TEST9, но обязателен к исправлению перед RC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1664208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001_deadlin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93392"/>
            <a:ext cx="3869976" cy="374903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19088" y="5650992"/>
            <a:ext cx="4617720" cy="3657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715000"/>
            <a:ext cx="4434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</a:rPr>
              <a:t>Скрин 4521600: техспека сохранена, срок требует отдельного исправления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446520"/>
            <a:ext cx="11109960" cy="310896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27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</a:rPr>
              <a:t>Решение: добавить D-001 в следующий технический этап и после исправления повторно проверить дедлайны Samruk.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3AED"/>
                </a:solidFill>
                <a:latin typeface="Aptos"/>
              </a:rPr>
              <a:t>ProcureVision KZ / Aidar Tenders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Aptos"/>
              </a:rPr>
              <a:t>Контроль портала: 3 из 3 лотов TEST9 проверены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0515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ptos"/>
              </a:rPr>
              <a:t>После фиксации TEST9 Stable дополнительно проверено, что все три сохраненные техспецификации реально отображаются в тестовом портале.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54480"/>
            <a:ext cx="38862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alcheck_4521602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3584448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833872"/>
            <a:ext cx="3429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Контрольный скрин: лот 4521602 в карточке портала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54480"/>
            <a:ext cx="2194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82312" y="175564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68249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21F37"/>
                </a:solidFill>
                <a:latin typeface="Aptos"/>
              </a:rPr>
              <a:t>4521600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084831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Matte Black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techspec показан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554480"/>
            <a:ext cx="2194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51192" y="175564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68249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21F37"/>
                </a:solidFill>
                <a:latin typeface="Aptos"/>
              </a:rPr>
              <a:t>4521601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084831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Cyan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techspec показан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554480"/>
            <a:ext cx="2194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20072" y="175564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68249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21F37"/>
                </a:solidFill>
                <a:latin typeface="Aptos"/>
              </a:rPr>
              <a:t>4521602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Magenta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techspec показан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761488"/>
            <a:ext cx="7132320" cy="11430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9260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803D"/>
                </a:solidFill>
                <a:latin typeface="Aptos"/>
              </a:rPr>
              <a:t>Статус проверки портала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3375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Aptos"/>
              </a:rPr>
              <a:t>TEST9 Stable подтвержден не только по Bridge, но и по пользовательскому интерфейсу: 3 из 3 карточек показывают техспецификацию.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224528"/>
            <a:ext cx="7132320" cy="11430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40740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2410C"/>
                </a:solidFill>
                <a:latin typeface="Aptos"/>
              </a:rPr>
              <a:t>D-001 остается открытым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809744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35068"/>
                </a:solidFill>
                <a:latin typeface="Aptos"/>
              </a:rPr>
              <a:t>При повторной проверке снова видно сдвигающееся время окончания. Исправлять отдельно, не смешивая с пакетом TEST10D.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5669280"/>
            <a:ext cx="7132320" cy="65836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5824728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Вывод: TEST9 Stable + проверка портала зафиксированы. Можно возвращаться к TEST10D.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4632844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54864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9784080" cy="4114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TEST10F: чтение 3 страниц Samruk стабилизировано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68096"/>
            <a:ext cx="106070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Arial"/>
              </a:rPr>
              <a:t>COUNT + CONTENT GUARD: проверяются номер страницы, диапазон, число карточек и уникальность списка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1488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35024"/>
            <a:ext cx="191109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Найдено Samruk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27048"/>
            <a:ext cx="191109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234440"/>
            <a:ext cx="21488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335024"/>
            <a:ext cx="191109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Страниц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1527048"/>
            <a:ext cx="191109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rial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234440"/>
            <a:ext cx="21488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335024"/>
            <a:ext cx="191109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Уникальных lot_id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527048"/>
            <a:ext cx="191109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234440"/>
            <a:ext cx="21488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1335024"/>
            <a:ext cx="191109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Статус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1527048"/>
            <a:ext cx="191109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240280"/>
            <a:ext cx="10149840" cy="50292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rial"/>
              </a:rPr>
              <a:t>Подтверждено распределение: страница 1 = 10 лотов, страница 2 = 10 лотов, страница 3 = 2 лота. Диагностика безопасная: writes_supabase=false, downloads_pdf=false.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880360"/>
            <a:ext cx="10652760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264cc49-f84b-411d-ac80-35979a8d4e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197098"/>
            <a:ext cx="10506456" cy="18536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3232" y="5312664"/>
            <a:ext cx="10415016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Скрин результата /diagnose-pages: target 22, expected_pages 3, unique_count 22, complete true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4632844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54864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9784080" cy="4114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TEST10F: обновление Samruk прошло без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68096"/>
            <a:ext cx="106070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Arial"/>
              </a:rPr>
              <a:t>Новая выдача 22 лота записана в Supabase; два новых PDF скачаны и разобраны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0116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35024"/>
            <a:ext cx="177393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27048"/>
            <a:ext cx="177393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234440"/>
            <a:ext cx="20116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335024"/>
            <a:ext cx="177393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527048"/>
            <a:ext cx="177393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234440"/>
            <a:ext cx="25603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1335024"/>
            <a:ext cx="232257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Новых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527048"/>
            <a:ext cx="232257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234440"/>
            <a:ext cx="25603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1" y="1335024"/>
            <a:ext cx="232257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Ошибки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1" y="1527048"/>
            <a:ext cx="232257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240280"/>
            <a:ext cx="3200400" cy="3017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304288"/>
            <a:ext cx="310896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4525658 downloaded_and_saved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240280"/>
            <a:ext cx="3200400" cy="3017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2304288"/>
            <a:ext cx="310896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4525657 downloaded_and_saved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697480"/>
            <a:ext cx="10241280" cy="4114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rial"/>
              </a:rPr>
              <a:t>Пакет 5 пока не считается доказанным: текущая выдача уже почти полностью обработана, и TEST10F нашёл только 2 новых лота без raw.techspec.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46120"/>
            <a:ext cx="106527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56f4739e-598e-42ae-9f06-6edb17537b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394599"/>
            <a:ext cx="10506456" cy="177873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3232" y="5266944"/>
            <a:ext cx="10415016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Скрин результата /update-samruk: auto_techspec_downloaded=2, auto_techspec_errors=0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4632844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54864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9784080" cy="4114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Портал подтвердил новые техспецификации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68096"/>
            <a:ext cx="106070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Arial"/>
              </a:rPr>
              <a:t>Новые лоты TEST10F открываются в интерфейсе с данными из Supabase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521208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44168"/>
            <a:ext cx="210312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Лот 4525658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4663440" cy="38404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2 шт. / чёрный драм-картридж для Xerox AltaLink C8030</a:t>
            </a:r>
          </a:p>
        </p:txBody>
      </p:sp>
      <p:pic>
        <p:nvPicPr>
          <p:cNvPr id="10" name="Picture 9" descr="c619e149-ba7b-4889-8e85-2276bf6f6b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259" y="2048256"/>
            <a:ext cx="2811402" cy="33101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97880" y="1170432"/>
            <a:ext cx="521208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344168"/>
            <a:ext cx="210312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Лот 4525657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627632"/>
            <a:ext cx="4663440" cy="38404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2 шт. / жёлтый драм-картридж для Xerox AltaLink C8030</a:t>
            </a:r>
          </a:p>
        </p:txBody>
      </p:sp>
      <p:pic>
        <p:nvPicPr>
          <p:cNvPr id="14" name="Picture 13" descr="2b46b2b3-ceed-4df9-8129-7c639227e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180" y="2048256"/>
            <a:ext cx="2911479" cy="33101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687568"/>
            <a:ext cx="10332720" cy="29260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rial"/>
              </a:rPr>
              <a:t>Итог: цепочка Samruk -&gt; PDF -&gt; JSON -&gt; raw.techspec -&gt; Supabase -&gt; карточка портала снова подтверждена на новых лотах.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4632844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54864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9784080" cy="4114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TEST10G: покрытие текущей выдачи Samruk = 22 из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68096"/>
            <a:ext cx="106070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Arial"/>
              </a:rPr>
              <a:t>Безопасная проверка показала, что необработанных лотов в текущем запросе не осталось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1488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35024"/>
            <a:ext cx="191109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Текущие лоты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27048"/>
            <a:ext cx="191109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234440"/>
            <a:ext cx="21488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335024"/>
            <a:ext cx="191109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С raw.techspec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1527048"/>
            <a:ext cx="191109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234440"/>
            <a:ext cx="21488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335024"/>
            <a:ext cx="191109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Без techspec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527048"/>
            <a:ext cx="191109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234440"/>
            <a:ext cx="25603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1335024"/>
            <a:ext cx="2322576" cy="1828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Доступно для batch5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1527048"/>
            <a:ext cx="2322576" cy="347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Arial"/>
              </a:rPr>
              <a:t>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221992"/>
            <a:ext cx="10332720" cy="59436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rial"/>
              </a:rPr>
              <a:t>Вывод: пакет 5 нельзя честно проверить на текущем запросе «картридж», потому что все 22 лота уже покрыты техспецификациями. Нужно искать другой запрос, где есть минимум 5 необработанных лотов.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971800"/>
            <a:ext cx="1065276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5a804370-3d64-4618-b324-16a3b8510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334791"/>
            <a:ext cx="10506456" cy="162402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3232" y="5266944"/>
            <a:ext cx="10415016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Скрин результата /diagnose-techspecs: current_rows=22, with_techspec=22, without_techspec=0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4632844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54864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93192"/>
            <a:ext cx="9784080" cy="41148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Новая контрольная точка: TEST10F / TEST10G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68096"/>
            <a:ext cx="106070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Arial"/>
              </a:rPr>
              <a:t>Samruk-текущая выборка полностью покрыта; дальнейшая проверка batch5 требует новой выборки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1206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3891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Зафиксировано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1234440" cy="3017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1143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TEST10F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47672"/>
            <a:ext cx="3154680" cy="310896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3 страницы Samruk прочитаны стабильно: 10 + 10 + 2 = 22.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42032"/>
            <a:ext cx="1234440" cy="3017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1143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569464"/>
            <a:ext cx="3154680" cy="310896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22 строки отправлены в Supabase, HTTP 200.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63824"/>
            <a:ext cx="1234440" cy="3017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27832"/>
            <a:ext cx="1143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191256"/>
            <a:ext cx="3154680" cy="310896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2 новых техспеки скачаны и разобраны без ошибок.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85616"/>
            <a:ext cx="1234440" cy="3017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9624"/>
            <a:ext cx="1143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813048"/>
            <a:ext cx="3154680" cy="310896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4525658 и 4525657 проверены в карточках портала.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07408"/>
            <a:ext cx="1234440" cy="3017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71416"/>
            <a:ext cx="1143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434840"/>
            <a:ext cx="3154680" cy="310896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TEST10G подтвердил 22/22 с raw.techspec.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234440"/>
            <a:ext cx="48006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481328"/>
            <a:ext cx="39319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Открытые вопросы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993392"/>
            <a:ext cx="4160520" cy="6858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rial"/>
              </a:rPr>
              <a:t>D-001 остаётся открытым: срок окончания в портале сдвигается при обновлениях.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880360"/>
            <a:ext cx="4160520" cy="118872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rial"/>
              </a:rPr>
              <a:t>Batch 5 ещё не доказан формально: в текущей выдаче нет 5 новых необработанных лотов. Следующий шаг - подобрать новый поисковый запрос Samruk и проверить пакет 5 на нём.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663440"/>
            <a:ext cx="4160520" cy="36576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Arial"/>
              </a:rPr>
              <a:t>Рабочую версию Aidar Tenders не изменять до RC.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MN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Aidar Tenders TEST v6.7 - контрольная точка TEST9</dc:title>
  <dc:subject>Samruk: 19 лотов, пакет из 3 техспецификаций</dc:subject>
  <dc:creator>ProcureVision KZ</dc:creator>
  <cp:lastModifiedBy>ProcureVision KZ</cp:lastModifiedBy>
  <cp:revision>1</cp:revision>
  <dcterms:created xsi:type="dcterms:W3CDTF">2026-09-02T12:04:45Z</dcterms:created>
  <dcterms:modified xsi:type="dcterms:W3CDTF">2026-09-02T12:04:45Z</dcterms:modified>
</cp:coreProperties>
</file>